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753600" cy="7315200"/>
  <p:notesSz cx="7315200" cy="9753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62B7507-A45C-E040-737D-69C6D85D2B4F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Design" id="{5A45301F-EB6D-3172-2580-9663B18A4AC4}">
          <p14:sldIdLst>
            <p14:sldId id="263"/>
            <p14:sldId id="264"/>
            <p14:sldId id="265"/>
            <p14:sldId id="266"/>
          </p14:sldIdLst>
        </p14:section>
        <p14:section name="Modules" id="{3BBC9B18-147E-88A0-5DF7-E2DC0F9CE96A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Results" id="{DEDEEFD1-E282-AD97-B6F4-CFCC1DB8DB1E}">
          <p14:sldIdLst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2B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06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Times New Roman"/>
              </a:defRPr>
            </a:pPr>
            <a:r>
              <a:rPr lang="en-IN" sz="1400" b="0" i="0" u="none" strike="noStrike">
                <a:solidFill>
                  <a:srgbClr val="1F3A5F"/>
                </a:solidFill>
                <a:latin typeface="Times New Roman"/>
              </a:rPr>
              <a:t>Device Status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Devices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BE-41A4-A845-F064DBD5BAED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0BE-41A4-A845-F064DBD5BAE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Online</c:v>
                </c:pt>
                <c:pt idx="1">
                  <c:v>Offline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0BE-41A4-A845-F064DBD5BA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Times New Roman"/>
              </a:defRPr>
            </a:pPr>
            <a:r>
              <a:rPr lang="en-IN" sz="1400" b="0" i="0" u="none" strike="noStrike">
                <a:solidFill>
                  <a:srgbClr val="1F3A5F"/>
                </a:solidFill>
                <a:latin typeface="Times New Roman"/>
              </a:rPr>
              <a:t>Stability Score per Device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42B-4634-BE21-E3D3E56FAB8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42B-4634-BE21-E3D3E56FAB89}"/>
              </c:ext>
            </c:extLst>
          </c:dPt>
          <c:dPt>
            <c:idx val="2"/>
            <c:invertIfNegative val="0"/>
            <c:bubble3D val="0"/>
            <c:spPr>
              <a:solidFill>
                <a:srgbClr val="E39B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2B-4634-BE21-E3D3E56FAB89}"/>
              </c:ext>
            </c:extLst>
          </c:dPt>
          <c:dPt>
            <c:idx val="3"/>
            <c:invertIfNegative val="0"/>
            <c:bubble3D val="0"/>
            <c:spPr>
              <a:solidFill>
                <a:srgbClr val="E39B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2B-4634-BE21-E3D3E56FAB8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42B-4634-BE21-E3D3E56FAB8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42B-4634-BE21-E3D3E56FAB89}"/>
              </c:ext>
            </c:extLst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42B-4634-BE21-E3D3E56FAB89}"/>
              </c:ext>
            </c:extLst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42B-4634-BE21-E3D3E56FAB8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Router</c:v>
                </c:pt>
                <c:pt idx="1">
                  <c:v>Switch</c:v>
                </c:pt>
                <c:pt idx="2">
                  <c:v>Server</c:v>
                </c:pt>
                <c:pt idx="3">
                  <c:v>AP 1</c:v>
                </c:pt>
                <c:pt idx="4">
                  <c:v>AP 2</c:v>
                </c:pt>
                <c:pt idx="5">
                  <c:v>WS 1</c:v>
                </c:pt>
                <c:pt idx="6">
                  <c:v>WS 2</c:v>
                </c:pt>
                <c:pt idx="7">
                  <c:v>Backup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</c:v>
                </c:pt>
                <c:pt idx="1">
                  <c:v>85</c:v>
                </c:pt>
                <c:pt idx="2">
                  <c:v>78</c:v>
                </c:pt>
                <c:pt idx="3">
                  <c:v>71</c:v>
                </c:pt>
                <c:pt idx="4">
                  <c:v>92</c:v>
                </c:pt>
                <c:pt idx="5">
                  <c:v>85</c:v>
                </c:pt>
                <c:pt idx="6">
                  <c:v>34</c:v>
                </c:pt>
                <c:pt idx="7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42B-4634-BE21-E3D3E56FAB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379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ajalakshmi Engineering Colleg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7498080" cy="109473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ChangeNet AI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30632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Network Monitoring and Management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0" y="5760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Done By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6172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231001021 – ASWANTH V R</a:t>
            </a:r>
            <a:endParaRPr lang="en-US" sz="18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CC4FD59B-E18A-FBB8-3B28-0809C8D00BA6}"/>
              </a:ext>
            </a:extLst>
          </p:cNvPr>
          <p:cNvSpPr txBox="1"/>
          <p:nvPr/>
        </p:nvSpPr>
        <p:spPr>
          <a:xfrm>
            <a:off x="1530773" y="1844455"/>
            <a:ext cx="68139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632B8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Wipro – Network Management System</a:t>
            </a:r>
            <a:endParaRPr lang="en-US" sz="3200" u="sng" dirty="0">
              <a:solidFill>
                <a:srgbClr val="632B8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7379208" y="365760"/>
            <a:ext cx="2377440" cy="685800"/>
          </a:xfrm>
          <a:prstGeom prst="rect">
            <a:avLst/>
          </a:prstGeom>
          <a:solidFill>
            <a:srgbClr val="7030A0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379208" y="365760"/>
            <a:ext cx="23774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77724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to Problem Domain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 &amp; Proposed System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Architectural Design for Proposed System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 / Techniques Used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Used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 Design &amp; Description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Performance Analysis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Study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3413912" y="365760"/>
            <a:ext cx="2926080" cy="685800"/>
          </a:xfrm>
          <a:prstGeom prst="rect">
            <a:avLst/>
          </a:prstGeom>
          <a:solidFill>
            <a:srgbClr val="7030A0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3413912" y="365760"/>
            <a:ext cx="29260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Goal: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develop a simple, web-based network monitoring dashboard that tracks device status, shows simulated performance indicators, raises alerts and analyses device behaviour to estimate stability and change risk.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Features: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8412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 login and a sidebar workspace with seven views.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inventory with search, status toggle and IPv4 validation.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live monitoring – CPU, memory, latency, packet loss, traffic trend.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Center with priority levels.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Analysis – Stability Score, Change Risk Indicator and Health Timeline.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Comparison and a printable Monitoring Report.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Impact: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989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clear view of device health, alerts and change risk – no installation needed.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3413912" y="365760"/>
            <a:ext cx="2926080" cy="685800"/>
          </a:xfrm>
          <a:prstGeom prst="rect">
            <a:avLst/>
          </a:prstGeom>
          <a:solidFill>
            <a:srgbClr val="7030A0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3413912" y="365760"/>
            <a:ext cx="29260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79120" y="1097280"/>
            <a:ext cx="8595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ChangeNet AI is a web-based network monitoring and change-analysis dashboard.</a:t>
            </a:r>
            <a:endParaRPr lang="en-US" sz="19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with plain HTML, CSS and JavaScript – no framework or database.</a:t>
            </a:r>
            <a:endParaRPr lang="en-US" sz="19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welcome page leads to an admin login and the main dashboard.</a:t>
            </a:r>
            <a:endParaRPr lang="en-US" sz="19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Overview shows total devices, online devices, network usage, active alerts and a performance chart.</a:t>
            </a:r>
            <a:endParaRPr lang="en-US" sz="19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Devices page supports add, search and status toggle with IPv4 and duplicate-IP checks.</a:t>
            </a:r>
            <a:endParaRPr lang="en-US" sz="19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page simulates CPU, memory, latency, packet loss and a live traffic trend.</a:t>
            </a:r>
            <a:endParaRPr lang="en-US" sz="19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Analysis scores each device 0–100 and classifies Low / Medium / High change risk.</a:t>
            </a:r>
            <a:endParaRPr lang="en-US" sz="19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Devices and Monitoring Report summarise stability for decision making.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1493672" y="365760"/>
            <a:ext cx="6766560" cy="685800"/>
          </a:xfrm>
          <a:prstGeom prst="rect">
            <a:avLst/>
          </a:prstGeom>
          <a:solidFill>
            <a:srgbClr val="7030A0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1493672" y="365760"/>
            <a:ext cx="67665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TO PROBLEM DOMAIN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Network Monitoring Challenges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8412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labs and offices track devices manually or in spreadsheets.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 monitoring tools are complex to install, configure and demonstrate.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ping monitoring needs firewall, ICMP and port configuration.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plain status list does not show which devices are unreliable.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 changes are rarely analysed, so risky devices go unnoticed.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Administrators get little guidance on where to focus attention.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07747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361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a need for a simple, easy-to-run dashboard that monitors devices, raises alerts and explains device stability and change risk in plain language.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2773832" y="365760"/>
            <a:ext cx="4206240" cy="685800"/>
          </a:xfrm>
          <a:prstGeom prst="rect">
            <a:avLst/>
          </a:prstGeom>
          <a:solidFill>
            <a:srgbClr val="7030A0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2773832" y="365760"/>
            <a:ext cx="4206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8412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checking of devices and spreadsheet inventories.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Command-line ping tests, one device at a time.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 tools with complex setup, servers and databases.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the current status is shown – no stability measure.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comparison between devices.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ready-made summary report for administrators.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Little or no interpretation of monitoring data.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2773832" y="365760"/>
            <a:ext cx="4206240" cy="685800"/>
          </a:xfrm>
          <a:prstGeom prst="rect">
            <a:avLst/>
          </a:prstGeom>
          <a:solidFill>
            <a:srgbClr val="7030A0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2773832" y="365760"/>
            <a:ext cx="4206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 – ChangeNet AI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8412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dashboard: overview, devices, monitoring, alerts, analysis, comparison and report.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management with IPv4 validation and duplicate-IP prevention.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monitoring (CPU, memory, latency, packet loss, traffic) – no real ICMP ping needed.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Center with High / Medium priority events.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Stability Score (0–100) with Change Risk Indicator and Device Health Timeline.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Side-by-side Device Comparison and one-click Monitoring Report.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in any browser – open index.html, no installation.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1036472" y="365760"/>
            <a:ext cx="7680960" cy="685800"/>
          </a:xfrm>
          <a:prstGeom prst="rect">
            <a:avLst/>
          </a:prstGeom>
          <a:solidFill>
            <a:srgbClr val="7030A0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1036472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ARCHITECTURAL DESIGN FOR PROPOSED SYSTEM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5C8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CHANGENET AI – SYSTEM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73736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260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ADMINISTRATOR / 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2194560"/>
            <a:ext cx="0" cy="22860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97280" y="2423160"/>
            <a:ext cx="7498080" cy="685800"/>
          </a:xfrm>
          <a:prstGeom prst="roundRect">
            <a:avLst>
              <a:gd name="adj" fmla="val 10667"/>
            </a:avLst>
          </a:prstGeom>
          <a:solidFill>
            <a:srgbClr val="E8EEF8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423160"/>
            <a:ext cx="74980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INTERFACE (index.html)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Welcome · Admin Login · Sidebar Workspace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3108960"/>
            <a:ext cx="0" cy="22860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33756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37560"/>
            <a:ext cx="8595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LOGIC (JavaScript)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8EEF8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14800"/>
            <a:ext cx="20574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MANAGEMENT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/ Search / Toggle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IPv4 + duplicate check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77340" y="3794760"/>
            <a:ext cx="0" cy="32004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577340" y="5486400"/>
            <a:ext cx="0" cy="27432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24912" y="41148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8EEF8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24912" y="4114800"/>
            <a:ext cx="20574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&amp; ALERTS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 · Memory · Latency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 trend · Alerts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53612" y="3794760"/>
            <a:ext cx="0" cy="32004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53612" y="5486400"/>
            <a:ext cx="0" cy="27432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901184" y="41148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1E6F8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01184" y="4114800"/>
            <a:ext cx="20574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ANALYSIS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Stability score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 risk · Timeline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29884" y="3794760"/>
            <a:ext cx="0" cy="32004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29884" y="5486400"/>
            <a:ext cx="0" cy="27432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77456" y="41148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1E6F8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77456" y="4114800"/>
            <a:ext cx="20574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&amp; REPORT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Two-device comparison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report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06156" y="3794760"/>
            <a:ext cx="0" cy="32004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06156" y="5486400"/>
            <a:ext cx="0" cy="27432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5760720"/>
            <a:ext cx="8595360" cy="7315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760720"/>
            <a:ext cx="8595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IN-PAGE DATA STORE (JavaScript arrays)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Devices · Alerts · Simulated Metrics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1950872" y="365760"/>
            <a:ext cx="5852160" cy="685800"/>
          </a:xfrm>
          <a:prstGeom prst="rect">
            <a:avLst/>
          </a:prstGeom>
          <a:solidFill>
            <a:srgbClr val="7030A0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1950872" y="365760"/>
            <a:ext cx="58521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 / TECHNIQUES USED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Validation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IPv4 checked with a regular expression – four parts, each 0–255.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IP addresses are rejected before a device is added.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 Monitoring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device carries a status (Online / Offline); the toggle updates counts instantly.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simulates metrics with bounded random variation every 3 seconds.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Stability Score (0–100) &amp; Change Risk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80060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 score: 92 if Online, 48 if Offline; reduced by 7 × (device position mod 4).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is clamped between 20 and 98.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level: Low (≥ 80), Medium (55–79), High (&lt; 55).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2408072" y="365760"/>
            <a:ext cx="4937760" cy="685800"/>
          </a:xfrm>
          <a:prstGeom prst="rect">
            <a:avLst/>
          </a:prstGeom>
          <a:solidFill>
            <a:srgbClr val="7030A0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2408072" y="365760"/>
            <a:ext cx="4937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LEVELS &amp; INSIGHT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743200" cy="54864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RISK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74320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94560"/>
            <a:ext cx="25603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80 – 100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is reasonably stable. Continue normal monitoring.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743200" cy="548640"/>
          </a:xfrm>
          <a:prstGeom prst="rect">
            <a:avLst/>
          </a:prstGeom>
          <a:solidFill>
            <a:srgbClr val="E39B1B"/>
          </a:solidFill>
          <a:ln w="12700">
            <a:solidFill>
              <a:srgbClr val="E39B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MEDIUM RISK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274320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E39B1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2194560"/>
            <a:ext cx="25603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55 – 79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instability. Watch for repeated status changes.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274320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RISK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274320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194560"/>
            <a:ext cx="25603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below 55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Frequent changes may need attention. Check power, cable and connectivity.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Change Insight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89204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Picks the device with the lowest score (below 70) as the focus device.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Reports its score and risk level in a plain-language sentence.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Below 55: “frequent status changes may require attention”; otherwise “reasonably stable”.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SOFTWARE USED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778240" cy="457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HTML5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CSS3 (grid, flexbox)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JavaScript (ES6)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8745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Rule-based JS logic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Canvas API for traffic chart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11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In-page JavaScript arrays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database required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(placeholder)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3611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Node.js http server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/api/health endpoint only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937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Environment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3492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modern web browser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installation needed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4937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53492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Studio Code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 DevTools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 1 – WELCOME PAGE &amp; ADMIN LOGIN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778240" cy="457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4" name="Welcome page" descr="Welcome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297680" cy="25517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690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Welcome page</a:t>
            </a:r>
            <a:endParaRPr lang="en-US" sz="1300" dirty="0"/>
          </a:p>
        </p:txBody>
      </p:sp>
      <p:pic>
        <p:nvPicPr>
          <p:cNvPr id="6" name="Admin login" descr="Admin log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4297680" cy="25517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937760" y="39690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 login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754880"/>
            <a:ext cx="859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Welcome page shows the product name and a “Scroll to continue” prompt.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 Login asks for Admin ID and password.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 login only – any non-empty ID and password works.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sign-in the dashboard opens; Sign out returns to the welcome page.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 2 – NETWORK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778240" cy="457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4" name="Overview dashboard" descr="Overview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297680" cy="25517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690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Overview dashboard</a:t>
            </a:r>
            <a:endParaRPr lang="en-US" sz="1300" dirty="0"/>
          </a:p>
        </p:txBody>
      </p:sp>
      <p:pic>
        <p:nvPicPr>
          <p:cNvPr id="6" name="Alert Center" descr="Alert Cen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4297680" cy="25517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937760" y="39690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Center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754880"/>
            <a:ext cx="859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 cards: Total Devices (8), Online Devices (6), Network Usage and Active Alerts.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Performance chart shows an illustrative usage trend.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Recent Alerts list shows the latest events with their priority.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Center lists High and Medium priority events (e.g. device disconnected).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 3 – DEVICE MANAGEMENT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778240" cy="457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4" name="Add device form and inventory" descr="Add device form and invent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486400" cy="32575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67487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device form and inventory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8745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a device: name, IPv4, type, status.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include Router, Switch, Server, Access Point, Computer.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 by name, IP, type or status.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Toggle status Online ↔ Offline.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12064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Invalid IPv4 and duplicate IP addresses are rejected with a message.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Eight sample devices are pre-loaded for demonstration.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 4 – NETWORK MONITORING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778240" cy="457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4" name="Simulated live monitoring" descr="Simulated live monito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486400" cy="32575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67487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live monitoring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Indicators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8745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 usage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Memory usage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 (ms)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Packet loss (%)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Incoming / outgoing traffic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12064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Values update every 3 seconds using bounded random variation – clearly labelled DEMO DATA.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Pause and Reset controls; the Network Usage Trend chart is drawn on an HTML canvas.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Simulation avoids firewall and ICMP setup, keeping the demo reliable.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 5 – SMART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778240" cy="457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4" name="Change Risk Indicator &amp; Health Timeline" descr="Change Risk Indicator &amp; Health Time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486400" cy="32575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67487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 Risk Indicator &amp; Health Timeline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Components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874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Stability Score per device (0–100) with progress bar.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 Risk badge: Low / Medium / High.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Health Timeline of recent status entries.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Change Insight sentence.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12064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Workstation 2 scores 34/100 → High Risk; Core Router scores 92/100 → Low Risk.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Insight focuses on the lowest-scoring device so the administrator knows where to act first.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 6 – COMPARE DEVICES &amp; REPORT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778240" cy="457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4" name="Compare Devices" descr="Compare Devic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297680" cy="25517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690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Devices</a:t>
            </a:r>
            <a:endParaRPr lang="en-US" sz="1300" dirty="0"/>
          </a:p>
        </p:txBody>
      </p:sp>
      <p:pic>
        <p:nvPicPr>
          <p:cNvPr id="6" name="Monitoring Report" descr="Monitoring Repo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4297680" cy="25517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937760" y="39690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Report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754880"/>
            <a:ext cx="859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Devices: choose two devices to see status, stability score and risk side by side, with a verdict on which is more stable.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Report: total, online and offline counts, most stable device, device needing attention, change risk and timestamp.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 Report sends the summary to the browser print dialog.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11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Result and Performance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778240" cy="457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457200" y="1280160"/>
          <a:ext cx="4114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1280160"/>
          <a:ext cx="46634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" y="502920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Left: demo network of 8 devices – 6 Online, 2 Offline.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Right: scores from the project’s formula; green = Low, amber = Medium, red = High risk.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4 Low-risk, 2 Medium-risk and 2 High-risk devices (Workstation 2, Backup Server).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counts, analysis and report update immediately when device status is toggled.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COMPARATIVE STUDY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778240" cy="457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778240" cy="52669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Existing System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ChangeNet AI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Setup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Complex installation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Open index.html – no install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Dependencies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Servers, agents, databases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Plain HTML, CSS, JavaScript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Device Management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Separate inventory sheets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 / search / toggle status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 Validation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Manual entry errors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IPv4 check + duplicate IP block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Monitoring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Command-line ping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Simulated metrics + traffic trend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Alerting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Complex rule setup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Alert Center with priorities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Device Reliability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measured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Stability Score (0–100)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Risk Assessment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Expert judgement needed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 / Medium / High indicator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Device Comparison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available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Two-device side-by-side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Reporting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Manual compilation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One-click Monitoring Report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Demonstration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Firewall / ICMP setup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Works on any college PC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1950872" y="365760"/>
            <a:ext cx="5852160" cy="685800"/>
          </a:xfrm>
          <a:prstGeom prst="rect">
            <a:avLst/>
          </a:prstGeom>
          <a:solidFill>
            <a:srgbClr val="7030A0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1950872" y="365760"/>
            <a:ext cx="58521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ChangeNet AI delivers a simple, installation-free dashboard for monitoring devices and understanding their stability.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Stability Score, Change Risk, Comparison and Report turn raw status into actionable insight.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519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ping / SNMP-based status detection through the Node.js backend.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Persistent storage for devices, alerts and status-change history.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Event-based stability scoring using recorded Online → Offline changes.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Email / SMS alert notifications and role-based admin authentication.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3413912" y="365760"/>
            <a:ext cx="2926080" cy="685800"/>
          </a:xfrm>
          <a:prstGeom prst="rect">
            <a:avLst/>
          </a:prstGeom>
          <a:solidFill>
            <a:srgbClr val="7030A0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3413912" y="365760"/>
            <a:ext cx="29260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J. Postel, “Internet Control Message Protocol,” RFC 792, Internet Engineering Task Force, Sep. 1981.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831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J. Case, M. Fedor, M. Schoffstall and J. Davin, “A Simple Network Management Protocol (SNMP),” RFC 1157, Internet Engineering Task Force, May 1990.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9278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Mozilla Developer Network, “Canvas API,” MDN Web Docs. https://developer.mozilla.org/en-US/docs/Web/API/Canvas_API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21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E384C-35B1-19CB-B26E-75C5C9B3C531}"/>
              </a:ext>
            </a:extLst>
          </p:cNvPr>
          <p:cNvSpPr txBox="1"/>
          <p:nvPr/>
        </p:nvSpPr>
        <p:spPr>
          <a:xfrm>
            <a:off x="558800" y="4673704"/>
            <a:ext cx="84480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National Institute of Standards and Technology (NIST), “Network Management &amp; Monitoring,” NIST. NIST Network Management and Monitoring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Zabbix, “Network Monitoring,” Zabbix Documentation and Product Resources. Zabbix Network Monitoring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3120" y="2743200"/>
            <a:ext cx="5486400" cy="1280160"/>
          </a:xfrm>
          <a:prstGeom prst="rect">
            <a:avLst/>
          </a:prstGeom>
          <a:solidFill>
            <a:srgbClr val="7030A0"/>
          </a:solidFill>
          <a:ln w="12700">
            <a:solidFill>
              <a:srgbClr val="375C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103120" y="27432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06840" y="69037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lang="en-US" b="1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1783</Words>
  <Application>Microsoft Office PowerPoint</Application>
  <PresentationFormat>Custom</PresentationFormat>
  <Paragraphs>286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ChangeNet AI</dc:title>
  <dc:subject>PptxGenJS Presentation</dc:subject>
  <dc:creator>ASWANTH V R</dc:creator>
  <cp:lastModifiedBy>Aswanth V R</cp:lastModifiedBy>
  <cp:revision>3</cp:revision>
  <dcterms:created xsi:type="dcterms:W3CDTF">2026-10-06T16:12:16Z</dcterms:created>
  <dcterms:modified xsi:type="dcterms:W3CDTF">2026-10-07T11:55:07Z</dcterms:modified>
</cp:coreProperties>
</file>